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42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3E89D-D309-45B0-BAC3-20433CB42294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07256-9E9F-42F7-80B6-A6A643A1FA2F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8903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07256-9E9F-42F7-80B6-A6A643A1FA2F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3871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07256-9E9F-42F7-80B6-A6A643A1FA2F}" type="slidenum">
              <a:rPr lang="fr-MA" smtClean="0"/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10409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07256-9E9F-42F7-80B6-A6A643A1FA2F}" type="slidenum">
              <a:rPr lang="fr-MA" smtClean="0"/>
              <a:t>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86169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07256-9E9F-42F7-80B6-A6A643A1FA2F}" type="slidenum">
              <a:rPr lang="fr-MA" smtClean="0"/>
              <a:t>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70854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07256-9E9F-42F7-80B6-A6A643A1FA2F}" type="slidenum">
              <a:rPr lang="fr-MA" smtClean="0"/>
              <a:t>9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23327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B28BC-18B8-ED93-B8E9-5A90221C8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98156F-A122-1020-9906-93D7ACFD4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A085A-17BE-C3C9-3D04-A5B9CC7E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CF4AC-F63D-AE74-9229-32413BC9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F72B67-D411-8763-DE9D-FB392642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8882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00B32-76D1-213F-2C8F-3EF126C1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7524DC-AEC3-4286-79AA-72DA51BD2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5E713F-3C6B-DD30-ACA8-FC3E4E09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D39598-5954-48BD-A901-B00F8057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A516BC-099B-2C64-8620-1861F1EB9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5812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E1A86-5E52-CE17-EFE8-8F4EAC5C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582E29-B15E-C564-CB7D-32B74281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3DF9F8-5265-0F0C-E821-CDC98BB0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261D4-A4EE-91B8-9DEE-B730E315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BA89E-F675-1403-9D15-E0EE3EDD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4621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0149B-6A8D-AD25-14DE-3E44771E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B7BE27-D108-D700-1B84-D1FF79CB3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9F2AEE-3C76-F650-504E-EFB682FF5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15F9AB-2FC6-67D3-FD18-2DE3B48D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53BCEC-353D-FFF0-AAF4-3A4651C0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7A00EA-F533-4849-052D-C4D27251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2770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147C05-8C45-8DED-A646-4ADE6BD6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DCB6FF-3922-73BD-FC5D-F735315FC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8A74C6-60E5-E678-793F-9A5F61F0B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FB5E8D-E6AC-6C88-0D17-C7F30ECF7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8260EA-4B53-3DE6-B7D6-DEC39A36F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8B69FC-8863-35FA-1E85-F8845D44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8DB56E4-9FC8-B539-161A-6912C0F4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E6BD96-E541-7B02-4C5B-585DDFD8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7959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C94E7-32BD-7EB0-7DD6-EBFEFAF4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70CB516-8154-FAD3-F5A8-04872825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2AEE18-2517-1717-7F7D-75933783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1085F4-D2E9-2020-5ACB-D58CC72F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6308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FFD5E9-8E67-E65F-3CE3-0825515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2057E9-E9C4-2839-5754-A62EB027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A8F115-B742-2F0B-FF41-86AE39EB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59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1A08A0-A5A7-CC23-6F6C-96542737A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5DC694-1201-F595-B7B7-4937CF5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7D5D09-888A-D9A9-AA9E-D6EB4F18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EF1436-5AB0-BF2D-8C02-AF73AE01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512623-02A1-D6B5-5736-426F2731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765D4B-C3DE-A791-29C7-FF7FCC19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52774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9019E-CBFF-7B0A-0298-A876BE4A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A96F056-90AE-34D3-B76B-C9822539A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F12816-7DC4-ABDC-4F6C-B0E38E365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920CBB-97EE-DFC5-77B0-11378DD0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9C22CE-0A0D-2968-6592-FD1DA5BD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34CE3A-BA32-369B-F439-A69BDD2C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3669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F98400-71BA-900A-0EFE-869CF35C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E730F1-9C44-AB03-EA7F-C1034F355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CD8849-36A7-28F0-8F21-083C44B6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D73FB2-4D16-5BF4-41EF-6B23D462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8B1FCD-4F39-38D0-919C-2C03569F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143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F45D03-4210-C1D8-8C9A-ADCB091A7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C2D40E-046E-3D33-AC70-3EB2DA240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ED56FD-B896-D31E-C514-758C3120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BD75CA-6218-C902-845C-45469173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4BDA1-3CFE-3C92-24FD-6E98894F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3627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A3E7E0-BFE9-E822-8B19-6F7B84B3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7DE2AF-541E-CF90-1D6B-5898256C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F79EDA-D660-0294-BDAC-325C243DD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40124-76AA-4170-8C64-EEFD0B66A0D6}" type="datetimeFigureOut">
              <a:rPr lang="fr-MA" smtClean="0"/>
              <a:t>29/01/2025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E6CB6C-57C8-D081-9F67-5FAA61548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BBC3E9-A948-C2F8-0029-6950D74F1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67D45-AA4D-494A-B8C5-E209F046297C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3601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305334-4702-6954-9FB7-99BA535EE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fr-FR" sz="8000"/>
              <a:t>Architecture UML</a:t>
            </a:r>
            <a:endParaRPr lang="fr-MA" sz="8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823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850C3A4-4CCB-514B-3ACF-264EF7DE81EE}"/>
              </a:ext>
            </a:extLst>
          </p:cNvPr>
          <p:cNvSpPr txBox="1"/>
          <p:nvPr/>
        </p:nvSpPr>
        <p:spPr>
          <a:xfrm>
            <a:off x="3759142" y="0"/>
            <a:ext cx="46737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Diagramme des cas d’utilisation</a:t>
            </a:r>
          </a:p>
          <a:p>
            <a:endParaRPr lang="fr-M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FE89432-E4D9-E4C3-FD23-D107844C1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147" y="409525"/>
            <a:ext cx="7012417" cy="683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6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7A10E-8759-E837-F4A9-D4FDD641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09C7404-B484-0954-4F2C-0AF1FA0FB525}"/>
              </a:ext>
            </a:extLst>
          </p:cNvPr>
          <p:cNvSpPr txBox="1"/>
          <p:nvPr/>
        </p:nvSpPr>
        <p:spPr>
          <a:xfrm>
            <a:off x="113387" y="2254127"/>
            <a:ext cx="2680056" cy="2022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séquence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UC1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0291FF85-BEC6-4F06-B6D5-E0E3B9AE1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26"/>
          <a:stretch/>
        </p:blipFill>
        <p:spPr>
          <a:xfrm>
            <a:off x="2573828" y="90435"/>
            <a:ext cx="9840421" cy="604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8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96C06-CADC-38D3-29E5-B6E80C28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05C4DA-62D4-B2D6-0F61-16E86A329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6EEB763-29AB-C4BA-C597-01525420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E341B2B-C69C-2827-566A-049646A58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6D26754-1FE2-C1C1-089A-5E915F69744D}"/>
              </a:ext>
            </a:extLst>
          </p:cNvPr>
          <p:cNvSpPr txBox="1"/>
          <p:nvPr/>
        </p:nvSpPr>
        <p:spPr>
          <a:xfrm>
            <a:off x="113387" y="2254127"/>
            <a:ext cx="2680056" cy="2022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séquence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UC2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1C0F27-A144-D54A-3AEE-F10B1C595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A4FB6F-8C3F-4798-B01C-33B82697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4CF79D75-4830-3F1D-DC87-A864791A1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83"/>
          <a:stretch/>
        </p:blipFill>
        <p:spPr>
          <a:xfrm>
            <a:off x="2955762" y="109573"/>
            <a:ext cx="9458487" cy="6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BE447-6E01-88BD-5E07-392FCFDE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1C78F056-A744-9497-71BB-BB0FAF98B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30"/>
          <a:stretch/>
        </p:blipFill>
        <p:spPr>
          <a:xfrm>
            <a:off x="20" y="10"/>
            <a:ext cx="12191979" cy="5486392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C8567C-7DDB-C6EC-2935-A294462E58B4}"/>
              </a:ext>
            </a:extLst>
          </p:cNvPr>
          <p:cNvSpPr txBox="1"/>
          <p:nvPr/>
        </p:nvSpPr>
        <p:spPr>
          <a:xfrm>
            <a:off x="589556" y="5746071"/>
            <a:ext cx="7015499" cy="85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Diagramme de séquence UC3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257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6C4F6-F851-3F3A-3DB8-CC71698C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EB7792-2CE9-27FC-1525-8DF8908A5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048F238-D9C1-9FAD-FDA2-A6C7423A8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EAD1CE9-3C6F-D596-BC58-FEF46F81E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3626898-FA78-43E4-6A22-C50CEB2FAE97}"/>
              </a:ext>
            </a:extLst>
          </p:cNvPr>
          <p:cNvSpPr txBox="1"/>
          <p:nvPr/>
        </p:nvSpPr>
        <p:spPr>
          <a:xfrm>
            <a:off x="113387" y="2254127"/>
            <a:ext cx="2680056" cy="2022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séquence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UC4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CBE662-B404-C5CF-37ED-2D36CE418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F4B5C-302A-AF90-07FE-48E217654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 descr="Une image contenant capture d’écran, noir&#10;&#10;Description générée automatiquement">
            <a:extLst>
              <a:ext uri="{FF2B5EF4-FFF2-40B4-BE49-F238E27FC236}">
                <a16:creationId xmlns:a16="http://schemas.microsoft.com/office/drawing/2014/main" id="{78813DE2-3ECE-360B-F241-C0DF725FC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t="92" r="40505" b="14518"/>
          <a:stretch/>
        </p:blipFill>
        <p:spPr>
          <a:xfrm>
            <a:off x="3079444" y="-53867"/>
            <a:ext cx="8307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0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5236A-647D-8F99-276F-8FD5DB4F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00A610-95D1-132A-63B9-2E529A8C1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0497967-F333-E4BE-F3B5-CFADD9D12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653EE11-E89A-FD64-FA10-FED28E3A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85882D5-AD65-508B-854D-B9D480C62A31}"/>
              </a:ext>
            </a:extLst>
          </p:cNvPr>
          <p:cNvSpPr txBox="1"/>
          <p:nvPr/>
        </p:nvSpPr>
        <p:spPr>
          <a:xfrm>
            <a:off x="113387" y="2254127"/>
            <a:ext cx="2680056" cy="2022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séquence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UC5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E94AEE-A4BF-4DD8-2A03-FC55A0E1D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85CDAE-C5DC-87B5-3C92-C806965A4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9158FFD0-1ECE-87E6-DDAE-49992C669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7" b="18362"/>
          <a:stretch/>
        </p:blipFill>
        <p:spPr>
          <a:xfrm>
            <a:off x="2858454" y="552659"/>
            <a:ext cx="9080701" cy="570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7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CC204-75CF-605B-40D8-C7D614B2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7FF1B9-2B65-C28A-30D1-0E6C27A53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224C23AE-5B35-42D8-F5A3-FF3A938F9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3BD724CC-727F-F083-AA1B-306A73BDA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085A0CC-D197-5171-F967-3DB48FD620BD}"/>
              </a:ext>
            </a:extLst>
          </p:cNvPr>
          <p:cNvSpPr txBox="1"/>
          <p:nvPr/>
        </p:nvSpPr>
        <p:spPr>
          <a:xfrm>
            <a:off x="113387" y="2254127"/>
            <a:ext cx="2680056" cy="2022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Diagramme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séquence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UC6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1D496-DE08-16A7-3D9F-719B5D62A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D7B80D-CEDD-4621-AFD4-6D0A17211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 descr="Une image contenant capture d’écran, texte, conception&#10;&#10;Description générée automatiquement">
            <a:extLst>
              <a:ext uri="{FF2B5EF4-FFF2-40B4-BE49-F238E27FC236}">
                <a16:creationId xmlns:a16="http://schemas.microsoft.com/office/drawing/2014/main" id="{34BCCF49-C911-74BF-9055-72ED523F3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709" y="308987"/>
            <a:ext cx="101155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5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0CEF4-FAE3-36E7-4AB5-EAAD29E3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70B7837-8ACF-E6C9-8F54-F142534D1977}"/>
              </a:ext>
            </a:extLst>
          </p:cNvPr>
          <p:cNvSpPr txBox="1"/>
          <p:nvPr/>
        </p:nvSpPr>
        <p:spPr>
          <a:xfrm>
            <a:off x="411479" y="2688336"/>
            <a:ext cx="2705794" cy="18653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dirty="0" err="1"/>
              <a:t>Diagramme</a:t>
            </a:r>
            <a:r>
              <a:rPr lang="en-US" sz="3600" b="1" dirty="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dirty="0"/>
              <a:t>de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dirty="0"/>
              <a:t>classes</a:t>
            </a:r>
          </a:p>
        </p:txBody>
      </p:sp>
      <p:pic>
        <p:nvPicPr>
          <p:cNvPr id="15" name="Image 1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EEDF3F25-A646-3188-F94B-CBDD050B5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48" y="0"/>
            <a:ext cx="7172213" cy="712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755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38</Words>
  <Application>Microsoft Office PowerPoint</Application>
  <PresentationFormat>Grand écran</PresentationFormat>
  <Paragraphs>16</Paragraphs>
  <Slides>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Thème Office</vt:lpstr>
      <vt:lpstr>Architecture UML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Drissa SAGNON</dc:creator>
  <cp:lastModifiedBy>Drissa SAGNON</cp:lastModifiedBy>
  <cp:revision>3</cp:revision>
  <dcterms:created xsi:type="dcterms:W3CDTF">2025-01-06T06:03:47Z</dcterms:created>
  <dcterms:modified xsi:type="dcterms:W3CDTF">2025-01-29T22:00:08Z</dcterms:modified>
</cp:coreProperties>
</file>